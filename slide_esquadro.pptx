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5C0B6"/>
                </a:solidFill>
                <a:latin typeface="IBM Plex Mono"/>
              </a:defRPr>
            </a:pPr>
            <a:r>
              <a:t>LÁPIS RAЯO • BRAND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4572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E61C00"/>
                </a:solidFill>
                <a:latin typeface="IBM Plex Mono"/>
              </a:defRPr>
            </a:pPr>
            <a:r>
              <a:t>PREVISÃO: JAN /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3840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IBM Plex Mono"/>
              </a:defRPr>
            </a:pPr>
            <a:r>
              <a:t>ESQUADЯO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5C0B6"/>
                </a:solidFill>
                <a:latin typeface="IBM Plex Sans"/>
              </a:defRPr>
            </a:pPr>
            <a:r>
              <a:t>Centralização das especificações técnicas no Illustrator, Photoshop, After Effects e Premiere. Automação de pranchetas e composições com réguas e safe zones oficiais.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64592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t>FLUXO GUIADO SEM DÚVIDAS</a:t>
            </a:r>
          </a:p>
          <a:p>
            <a:pPr>
              <a:defRPr sz="1300">
                <a:solidFill>
                  <a:srgbClr val="C5C0B6"/>
                </a:solidFill>
                <a:latin typeface="IBM Plex Sans"/>
              </a:defRPr>
            </a:pPr>
            <a:r>
              <a:t>Criação direcionada para quem não tem costume com o formato, sem consultar manuais.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301752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t>ZERO REFAÇÃO POR CORTE</a:t>
            </a:r>
          </a:p>
          <a:p>
            <a:pPr>
              <a:defRPr sz="1300">
                <a:solidFill>
                  <a:srgbClr val="C5C0B6"/>
                </a:solidFill>
                <a:latin typeface="IBM Plex Sans"/>
              </a:defRPr>
            </a:pPr>
            <a:r>
              <a:t>Safe Zones e margens aplicadas automaticamente para proteger marcas e CTAs.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438912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t>GERAÇÃO EM 1 CLIQUE</a:t>
            </a:r>
          </a:p>
          <a:p>
            <a:pPr>
              <a:defRPr sz="1300">
                <a:solidFill>
                  <a:srgbClr val="C5C0B6"/>
                </a:solidFill>
                <a:latin typeface="IBM Plex Sans"/>
              </a:defRPr>
            </a:pPr>
            <a:r>
              <a:t>Pranchetas individuais, múltiplas ou aplicação de guias no arquivo em andamento.</a:t>
            </a:r>
          </a:p>
        </p:txBody>
      </p:sp>
      <p:pic>
        <p:nvPicPr>
          <p:cNvPr id="9" name="Picture 8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0"/>
            <a:ext cx="228600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5C0B6"/>
                </a:solidFill>
                <a:latin typeface="IBM Plex Mono"/>
              </a:defRPr>
            </a:pPr>
            <a:r>
              <a:t>PROJETO 01 • AUTOMAÇÃO DE WORKFLOW                         2026 • LÁPIS RAЯO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