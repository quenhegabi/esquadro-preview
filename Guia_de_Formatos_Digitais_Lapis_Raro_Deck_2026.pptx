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1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BM Plex Mono"/>
              </a:defRPr>
            </a:pPr>
            <a:r>
              <a:t>LÁPIS RAЯO • BRAND INTELLIGENCE</a:t>
            </a:r>
          </a:p>
          <a:p>
            <a:pPr>
              <a:defRPr sz="4400" b="1">
                <a:solidFill>
                  <a:srgbClr val="222222"/>
                </a:solidFill>
                <a:latin typeface="IBM Plex Mono"/>
              </a:defRPr>
            </a:pPr>
            <a:r>
              <a:t>GUIA DE FORMATOS DIGITAIS 2026 *</a:t>
            </a:r>
          </a:p>
          <a:p>
            <a:pPr>
              <a:defRPr sz="1800">
                <a:solidFill>
                  <a:srgbClr val="FFFFFF"/>
                </a:solidFill>
                <a:latin typeface="IBM Plex Sans"/>
              </a:defRPr>
            </a:pPr>
            <a:r>
              <a:t>Manual completo de especificações técnicas, dimensões e réguas de segurança.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NOMEAÇÃO E LOCALIZAÇÃO DOS ARQUIVOS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Intro 6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Instagram 7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LinkedIn 15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Facebook 23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Twitter 34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Youtube 41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Tik Tok 53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Whatsapp 58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QR Code 65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Spot 67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OOH 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O PROCEDIMENTO DE NOMEAÇÃO E LOCALIZAÇÃO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arquivos dentro das pastas de trabalho deve ser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padronizado para que toda a equipe de conteúdo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tenha acesso simplificado.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É fundamental que os arquivos tenham 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nomenclatura indicada e sejam salvos nos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Nomenclatura dos arquivos destinos corretos.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#NÚMERO DA TAREFA DO RUNRUNIT (sem / ) + _ + FORMATO + _ + DATA (tudo junto)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Exemplo: #7777_LKD_2511.png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Localização dos arquivos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DIGITE O NÚMERO DO PIT (SEM HÍFEN E SEM BARRA)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IMAGENS PNG OU JPEG DEVEM SER FORMATADAS EM RGB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com valores baixos de DPIS, pois o consumo de mídia se dá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em grande parte pela versão mobile com pequenas taxas de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download. Assim, as imagens precisam ser nítidas, leves e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de fácil carregamento.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7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JPEG, PNG, MOV OU MP4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Avatar/Destaques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1:1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320x320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Story/REELS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Retrato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Quadrado Paisagem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(apenas na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mídia)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1:1 4:5 9:16 16:9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1080x1080 1080x1350 1080x1920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(1:1)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320x320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Avatar e Destaques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 ou PNG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É recomendado manter a arte centralizada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dentro de um perímetro de 1080px para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preservar a forma arredondada do design.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xp05 xp05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50px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50px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Thumbnail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161x161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ATUALIZADO EM 23/01/2025.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34px 34px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Retrato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 ou PNG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(4:5)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É o formato que oferece maior visibilidade 1080x1350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para o criativo no feed, mas tem seu tamanho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reduzido dentro do perfil. Assim devemos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concentrar as informações importantes dentro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do formato square. Thumbnail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1012x1350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1080X1080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(1:1)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1080x1080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Quadrado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JPEG, PNG ou MP4 (até 60")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Formato clássico da plataforma, mas que ocupa uma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visibilidade média para o criativo.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Obs.: deve ser usado prioritariamente em mídia paga.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140PX 140PX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(16:9)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Paisagem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JPEG, PNG ou MP4 (até 60")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Formato de menor destaque na plataforma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mas ideal para vídeos widescreen.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VÍDEOS E REELS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MP4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Todos os vídeos postados assumem o formato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de 9:16, mas sua exibição prévia ainda continua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sendo nos formatos 1:1, 4:5 ou 1,91:1.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Os vídeos devem ter uma taxa de quadros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mínima de 30 FPS (quadros por segundo) e uma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resolução mínima de 720 pixels.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300px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 tamanho máximo do arquivo para vídeos com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duração de 10 minutos ou menos é de 650 MB.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 tamanho máximo do arquivo para vídeos com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duração de até 60 minutos é de 3,6 GB.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xp04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140px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xp057x081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xp04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Atualizado em 23/01/2025.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LEGENDA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13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JPEG, PNG ou MP4 (até 15')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É recomendado usar uma margem de 100px nas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laterais, pois o story pode se comportar diferente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em diversos smartphone. Já na base superior,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160px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usamos uma margem de 110px para preservar 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espaço de perfil do story. Na base inferior, é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recomendado usar uma margem de 160px, para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smartphones que ainda possuem a barra de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(9:16)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comentário sobre o story.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1080x1920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xp001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110px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15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JPEG, BMP, PNG, GIF, MP4 OU TIFF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(1:1)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1080x1080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xp05 xp05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50px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Avatar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50px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 ou PNG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Recomendado: 320 x 320 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Visualização no Desktop: 176 x 176 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Visualização no Celular: 196x196 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É recomendado manter a arte centralizada dentro de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um perímetro de 700px para preservar a forma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arredondada do design. Quanto maior o arquivo,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maior a qualidade. O limite ideal é de 1080 x 1080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para não ficar pesado demais.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17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50PX 75PX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xp52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Capa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Avatar 820 x 312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Capa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 ou PNG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Recomendado: 820 x 360 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Visualização no Desktop: 820 x 312 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Visualização no Celular: 640 x 360 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É recomendado manter uma área de isolamento para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 foto de perfil que sobrepões parte da capa no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canto inferior esquerdo.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18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50PX 75PX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xp52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Capa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Avatar 850 x 315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Capa Vídeo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mp4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850x315px (tamanho recomendado pelo facebook,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pode ser maior mantendo a proporção); são exibidos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em 480p; devem ter entre 20 a 90 segundos de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duração; são reproduzidos em loop.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19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QUADRADO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 x 1080 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Paisagem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 x 566 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Imagens em post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JPEG, BMP, PNG, GIF ou TIFF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 imagem de um post para Facebook podem ser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Paisagem, Quadrado e Retrato.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Retrato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Paisagem: 1080 x 566 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 x 1359 px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Quadrado: 1080 x 1080 px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Retrato: 1080 x 1359 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Máximo 15mb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IMAGENS EM POST (1:1)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1200x1200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carrossel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Proporção 1:1.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De 2 e 10 fotos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Tamanho mínimo: 600 x 600 pixels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Tamanho recomendado: 1200 x 1200 pixels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21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IMAGEM CAPA - GRUPOS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1640 x 856 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Grupos/ Eventos/ Link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Grupos - Imagem de Capa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1.640 x 856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Eventos - Imagem de Capa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1.920 x 1005 (proporção de 1,91:1, JPG, GIF ou PNG)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Imagem Capa - Eventos Imagem em link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Imagem em link - Open Graph tag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1920 x 856 px 1200 x 630 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1.200 x 630 (proporção de 1,91:1, JPG ou PNG, não deve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ultrapassar 8 MB)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(1:1)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1080x1080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Imagem para anúncio (4:5)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1080x1350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JPG ou PNG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Proporção 1,91:1 a 4:5.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Imagens que disponibilizam mais que 20% de conteúdo textual, Imagem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terão exibição reduzida. 1200x630px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de largura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23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(1:1)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Anúncios com links: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1080x1080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Proporção 1,91:1 a 1:1.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Tamanho recomendado: 1.080 x 1.080 pixels.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Tamanho mínimo: 600 x 600 pixels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24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ATÉ 30.000PX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Fotos 360 ou panorâmicas: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JPG ou PNG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Até 30.000 pixels, em qualquer dimensão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Tamanho total máximo: 135.000.000 pixels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Máximo 45mb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FOTO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Capa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perfil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(1:1) (4:1)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400 x 400 1584 x 396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Perfil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JPG, PNG ou GIF (capa)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Perfil pessoal, imagem bio: 268 x 268 pixels (mínimo), 400 x 400 pixels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(recomendado), proporção 1:1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Imagem da capa: 1584 x 396 pixels (proporção 4:1).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Tamanho máximo do arquivo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Foto de perfil: 3 MB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Foto da capa: 8 MB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27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RETRATO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Quadrado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Paisagem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Imagens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(4:5) (1:1) (1,91:1)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1080x1350 1080x1080 1200x627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 ou PNG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Dimensões recomendadas (3 opções de tamanho):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Paisagem: 1200 x 627 pixels (proporção de 1,91:1)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Quadrado: 1080 x 1080 pixels (proporção 1:1)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Retrato: 1080 x 1350 pixels (proporção 4:5).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Resolução: Pelo menos 1200 pixels de largura para uma qualidade ideal. Tamanho máximo do arquivo: 5 MB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28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VERTICAL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Retrato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Quadrado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Paisagem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Vídeos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(4:5) (1:1) (1,16:9) (9:16)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1080x1350 1080x1080 1920x1080 1080x1920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MP4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Dimensões recomendadas (3 opções de tamanho):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Retrato: 1080 x 1350 pixels (proporção de 4:5)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Quadrado: 1080 x 1080 pixels (proporção de 1:1)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Paisagem: 1920 x 1080 pixels (proporção de 16:9)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Vertical: 1080x1920 pixels (porporção de 9:16)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Resolução: 360p (mínimo), 720p (recomendado)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Duração do vídeo: de 3 segundos a 10 minutos Tamanho máximo do arquivo: 200 MB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30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IMAGEM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JPEG, PNG, MP4 e PDF Avatar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capa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1:1 3:1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400x400 1500X500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max: 2 MB max: 5 MB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Anúncio de Twitter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Feed Retangular Anúncio de Twitter (Card)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(Link)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2:1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800x418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1:1 16:9 520x254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1080x1080 1200x675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max: 5 MB max: 5 MB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31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JPEG, PNG, MP4 E PDF CARROSSEL FEED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Ads Ads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Vídeo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Ads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1,91:1 1,91:1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800x418 800x418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max: 5 MB max: 5 MB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até 6 imagens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9:16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1080x1920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ideal: 30 MB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Vídeo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Ads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16:9 ideal: 30 MB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1920x1080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32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(1:1)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400x400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Avatar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 ou PNG - 2 MB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É recomendado manter a arte centralizada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dentro de um perímetro de 100px para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preservar a forma arredondada do design.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xp02 xp02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20px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20px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33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ÁREA VISIBLE EN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Avatar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Capa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1500X500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Capa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 ou PNG - 5 MB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 área visível da imagem de Capa para o Twitter varia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conforme você esteja num computador ou num aparelho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celular.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No aparelho celular a área visível é de 935 x 280 px, já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num computador é de 1350 x 220 px. Para que 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desenho da sua imagem seja bem visualizado,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independente de se estar num computador ou em um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celular, utilize sempre um tamanho de imagem de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1500X500 px.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34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(1:1)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1080x1080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Quadrado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JPEG, PNG e MP4 - 5 MB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Formato que ocupa uma visibilidade média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para a plataforma.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35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(16:9)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1200X675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Retangular - 5MB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JPEG, PNG e MP4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Formato padrão da plataforma.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36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1,91:1 1,91:1 16:9 9:16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800x418 800x418 1920x1080 1080x1920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5MB 5MB 30MB 30MB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Anúncios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JPEG, PNG e MP4 para vídeos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Formato padrão da plataforma.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38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JPEG, PNG, GIF OU MP4 (ATÉ 3")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até 500MB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Thumbnail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dos vídeos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16:9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1280x720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Shorts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Perfil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vídeos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Square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1:1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800x800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16:9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1:1 9:16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1920x1080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1080x1080 1080x1920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(1:1)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800x800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Avatar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 ou PNG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É recomendado manter a arte centralizada dentro de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um perímetro de 100px para preservar a forma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arredondada do design.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xp02 xp02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20px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20px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40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1546px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423px SMARTPHONE 423px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1855px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TABLET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DESKTOP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16:9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Capa 2560x1440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JPEG ou PNG até 6MB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É recomendado manter a arte centralizada dentro de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um perímetro de 100px para preservar a forma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arredondada do design.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41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SMARTPHONE 423PX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16:9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Vídeo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1920x1080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H264, MP4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até 128GB ou 12 horas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Máximo de 2160p, 4K de resolução, mas só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compensa se tiver sido gravada em 4K.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42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TIPOS DE ARQUIVO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Tipos de arquivo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FormatosJPEG e PNG, H264, MP4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Bitrate: 24,25,30 fps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Tamanho máximo 128 GB ou 12 horas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Resolução máxima: 2160p (4k)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Outros formatos de vídeo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compatíveis.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Perfil e capa no Youtube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.MOV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Imagem de capa do canal (Informações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.MPEG-1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principais: 1546 x 423 px):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.MPEG-2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○ TV: 2560 x 1440 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○ Desktop: 2560 x 423 px .MPEG4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○ Tablet: 1855 x 423 px .MPG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○ Smartphones: 1546 x 423 px .AVI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.WMV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43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TIPOS DE ARQUIVO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Formatos GIF, JPG, PNG, H264, MP4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Tamanho máximo 128 GB ou 12 horas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Tamanhos dos anúncios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Tempo de cada tipo de anúncio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ad pulável 5s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ad não pulável 15s a 20s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Bumper 6s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ad no meio do vídeo 10 min ( pulável em 30s) tamanhos recomendados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1280 x 720 (720p),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1920 x 1080 (1080p);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Outros Ads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Overlay 468x60 ou 728x90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outros tamanhos aceitos: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Display ad1 300x60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426 x 240; 640 x 360, 854 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Display ad2 300x250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480, 2560 x 1440, 3840 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Banners 300x250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45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JPEG, PNG, GIF OU MP4 (ATÉ 30")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até 1GB (1024 MB)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Thumbnail vídeos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dos vídeos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16:9 16:9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1280x720 1920x1080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46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SÃO UMA FORMA DE PUBLICIDADE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vídeo no YouTube que permite que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os espectadores escolham se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desejam assistir ao anúncio ou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pular após cinco segundos.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São anúncios altamente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personalizáveis que podem ser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exibidos antes, durante ou após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os vídeos do YouTube.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 tamanho máximo suportado para um anúncio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TrueView no YouTube pode variar, geralmente é de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1 GB (1024 MB). No entanto, é importante verificar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as diretrizes específicas do YouTube, pois podem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haver limitações de tamanho para tipos específicos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de anúncios ou configurações.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47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JPEG, PNG, GIF OU MP4 (ATÉ 30")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até 1GB (1024 MB)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Thumbnail vídeos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dos vídeos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16:9 16:9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1280x720 1920x1080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48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OS ANÚNCIOS BUMPER SÃO UM TIPO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anúncio TrueView no YouTube, mas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têm uma duração máxima muito curta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de apenas 6 segundos.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São projetados para transmitir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mensagens curtas e impactantes.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 tamanho máximo suportado para um anúncio Bumper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no YouTube pode variar, mas geralmente segue as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mesmas diretrizes de tamanho que os anúncios TrueView,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com um limite de cerca de 1 GB (1024 MB). No entanto,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verifique as diretrizes específicas do YouTube para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confirmar os limites atuais.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50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JPEG, PNG, GIF OU MP4 (ATÉ 10") AVATAR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até 500MB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1:1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200x200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FOR YOU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Portrait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Landscape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Square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16:9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1:1 4:5 9:16 1920x1080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1080x1080 1080x1350 1080x1920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51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(1:1)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200x200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Avatar - 2MB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 ou PNG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É recomendado manter a arte centralizada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dentro de um perímetro de 100px para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preservar a forma arredondada do design.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xp02 xp02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20px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20px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52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300PX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xp04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140px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xp577x081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xp04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Thumbnail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4:5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FOR YOU (Post)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MP4 (até 15', 60' ou até 10")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Estáticos são transformados em vídeos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Máx. 500MB com bitrate mín. de 546kb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Todos os vídeos postados no tiktok assumem o formato de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9:16, apesar de formatos como 1:1, 4:5 e 16:9 serem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aceitos, a exibição sempre será 9:16 no for you (9:16)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1080x1920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53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THUMBNAIL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4:5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Thumbnail - até 5 MB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JPG, PNG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É possível adicionar uma Thumb em formato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de imagem seguindo em: configurações -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editar capa - selecionar capa.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Crie no formato 1080x1920 com margens de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segurança, formando a capa 4:5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(9:16)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1080x1920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xp04 xp04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285px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285px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55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JPEG, PNG, MP3, MP4 OU GIF (ATÉ 45') AVATAR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até 64MB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1:1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200x200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Status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Thumb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Landscape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Square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16:9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1:1 2:3 9:16 1920x1080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1080x1080 1200x1800 1080x1920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56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(1:1)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192x192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Avatar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JPEG ou PNG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É recomendado manter a arte centralizada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dentro de um perímetro para preservar 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forma arredondada do design.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xp02 xp02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20px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20px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57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PNG, JPEG e MP4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160px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Esse formato só aparece no overview,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quando o usuário clica no conteúdo de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exibição. As margens precisam ser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respeitadas por serem referentes às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(9:16)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variações de formatos de smartphones.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1080x1920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xp001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120px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xp001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58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THUMBNAIL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(2:3)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PNG, JPEG e MP4 1200x1800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Existem dois tipos de formatos de thumbs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que são exibidos em 1:1 ou 2:3, porém arquivos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como pdfs possuem formatos distintos.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xp02 xp02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20px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(1:1) 20px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600x600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xp02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20px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20px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59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STATUS (STORIES)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PNG, JPEG e MP4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É recomendado usar uma margem de 100px nas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laterais, pois o status pode se comportar diferente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em diversos smartphone. Já na base superior,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usamos uma margem de 120px para preservar o 160px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espaço de perfil do status.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Na base inferior, é recomendado usar uma margem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de 160px, para smartphones que ainda possuem a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barra de comentário sobre o status. (9:16)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1080x1920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xp001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120px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xp001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60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(1:1)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512x512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xp61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16px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16px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xp61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STICKERS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WebPK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Máximo 1000KB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Precisa de no mínimo 3 figurinhas/stickers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para finalizar o pacote. Podem ser PNG ou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em GIF, convertidos para WebPK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61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STICKERS - EXEMPLOS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Importante sempre lembrar que ela vai ser usada em contextos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claros, dark modes ou fundos personalizados então ela deve seguir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premissa de adesivo mesmo para preservar leitura total da imagem.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63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COMO CRIAR UM QR CODE: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1. Acesse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new.express.adobe.com/tools/generate-qr-code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2. Insira o URL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Insira o endereço do site desejado (URL) no gerador.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2. Gere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Crie o QR code e personalize o estilo e a cor.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3. Salve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Selecione o tipo de arquivo que preferir e baixe a imagem do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QR code. Salve no formato SVG (arquivo vetorizado), sem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perder a resolução, ou baixe como .jpg ou .png, dependendo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da sua necessidade.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65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SPOT DE TV: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Spot de Cinema: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15 a 60 segundos: Exibidos antes do filme (trailers).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● 15s: Mensagens rápidas.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● 30s: Formato padrão.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Spot Impresso: Anúncios em revistas, jornais ou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● 60s: Narrativas completas.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panfletos, variando conforme layout e tamanho.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● 2min: Demonstrações detalhadas.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Spot de Rádio: Spot Digital: Anúncios gráficos ou em vídeo em sites,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apps e redes sociais (banners, carrosséis, intersticiais, etc.).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● 15s: Mensagens curtas e memoráveis.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● 30s: Formato padrão. Spot de Áudio Online: Anúncios de 15, 30 ou 60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● 60s: Detalhes e narração envolvente. segundos em serviços de streaming de música ou podcasts.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Spot de Vídeo Online: Spot de Mídia Exterior (OOH): Publicidade em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locais públicos, como outdoors, painéis, ônibus e metrôs,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● Pré-roll: Antes do conteúdo. com formatos variados.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● Mid-roll: Durante o conteúdo.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● Post-roll: Após o conteúdo. Spot de Vídeo Interativo: Anúncios de vídeo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67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AQUI ESTÃO ALGUMAS DIMENSÕES COMUNS EM 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As dimensões de anúncios OOH (Out-of-Home)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(m) para anúncios OOH: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são geralmente especificadas em metros (m),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uma vez que esses anúncios são físicos e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exibidos em locais públicos, como outdoors, Outdoor Padrão (Standard Billboard): 3,05m 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painéis publicitários, ônibus, estações de metrô e 6,10m ou 4,88m x 7,32m.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muito mais. As dimensões exatas podem variar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significativamente com base no tamanho e no Outdoor Grande (Large Billboard): 6,10m x 12,19m.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local específico do anúncio.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Painel Publicitário de Ônibus (Bus Shelter Ad): Varia,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mas pode ser em torno de 1,83m x 1,22m.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Lembre-se de que essas são apenas Anúncio de Metrô (Subway Ad): Varia de acordo com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dimensões comuns e que anúncios OOH a localização e o formato específico do anúncio.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podem ser encontrados em muitos outros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tamanhos e formatos. Anúncio em Ponto de Ônibus (Bus Stop Ad): Varia,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mas pode ser em torno de 1,83m x 1,22m ou maior.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Sempre confira o QM e consulte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mídia/atendimento para formatos 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69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PNG, JPEG, GIF OU WEBP JOURNEY AD 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On-Trip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até 5 MB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JourneyTV ·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Send to Phone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(e-mail) 1146 x 393px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Contexto Aparece durante a viagem, a caminho do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destino.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700 x 700px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420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Journey Ad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Dispach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Journey Ad · Vídeo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JourneyTV · Widget e Full (Dispatch / En-Route / Journey Ad ·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Screen On-Trip) En-Route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1280 x 720px 16:9 420 x 420 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975 x 861 px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(16:9)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Contexto: Aparece enquanto o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70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JOURNEY AD: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Em um anúncio de jornada de exibição, o criativo muda em cada uma das três fases da viagem. As fases "Pedido" e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"Em viagem" podem ter até 5 cartões em um carrossel, que rola automaticamente a cada 4 segundos.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Visual: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• Formato do arquivo: imagem estática PNG, JPG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• Frames de criativo: 1 - 5, rola automaticamente para frente a cada 4 segundos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420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• Tamanho visual: 975 x 861px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• O texto não pode cobrir mais de 20% da imagem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Texto: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• Título: máximo de 25 caracteres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• Corpo: máximo de 52 caracteres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• CTA: máximo de 15 caracteres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Tag de anúncio:</a:t>
            </a:r>
          </a:p>
          <a:p>
            <a:pPr>
              <a:defRPr sz="1300">
                <a:solidFill>
                  <a:srgbClr val="FFFFFF"/>
                </a:solidFill>
                <a:latin typeface="IBM Plex Sans"/>
              </a:defRPr>
            </a:pPr>
            <a:r>
              <a:t>Um pequeno gráfico adicionado automaticamente pela Uber.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71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JOURNEY AD VÍDEO: INFORMAÇÕES ADICIONAIS: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• Todo o texto será sobreposto se não houver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Visual: espaço suficiente.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Formato do arquivo de vídeo: MP4 • Todos os ativos de vídeo devem ter uma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Miniatura da imagem do vídeo: JPG, PNG (deve corresponder à miniatura estática que corresponda à proporção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proporção do ativo de vídeo do vídeo.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Proporção: 1:1 ou 16:9 • "No trajeto" e "Em viagem" devem ter a mesma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Altura mínima: 480 px proporção, enquanto "Pedido" pode ser diferente.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420 • Tamanho do arquivo: &lt;1 MB Por exemplo: "Pedido" 1:1, "No trajeto" e "Em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Duração: 3 a 6 segundos viagem" 16:9, ou o inverso.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Área insegura: evite colocar texto ou logotipos acima da linha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pontilhada indicada. A parcela de 25% da parte superior da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Tag de anúncio: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imagem pode ser sobreposta por elementos da interface do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usuário. Um pequeno gráfico adicionado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automaticamente pela Uber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Texto: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Título: máximo de 25 caracteres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Corpo: máximo de 52 caracteres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72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JOURNEYTV: TEXTO: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Título: máximo de 50 caracteres. (Não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aparecerá durante a reprodução em tela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Vídeo: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cheia)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Duração na tela: 15 a 120 segundos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Corpo do texto: máximo de 50 caracteres.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• Proporção: 16:9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(Não aparecerá durante a reprodução em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• Formato: MP4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tela cheia)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Tamanho máximo: 1280 x 720 px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CTA: máximo de 20 caracteres ou "Enviar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420 • Tamanho do vídeo: até 10 MB.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para telefone".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Exibição estática: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Tag de anúncio: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Duração na tela: 15 s (recomendado) ou 30 s Um pequeno gráfico adicionado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• Proporção: 16:9 automaticamente pela Uber.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74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PNG E 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até 20 MB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Banner Ifood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900 x 420 px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75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IBM Plex Mono"/>
              </a:defRPr>
            </a:pPr>
            <a:r>
              <a:t>■ YOUTUBE: HTTPS://POSTCRON.COM/ARTSTUDIO/PT/LANDINGS/GUIA-DE-TAMANHOS-PARA-IMAGENS-DO-YOUTUBE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PPT do Bigode: https://docs.google.com/presentation/d/1H43VhL3h8DPd0Y2ZrabuFmwGP3cxlklRIsWMLOlASOs/edit#slide=id.ge709cd3c51_0_91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Rock content: https://rockcontent.com/br/blog/tamanho-imagens-redes-sociais/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Adobe: https://www.adobe.com/br/express/discover/sizes/facebook</a:t>
            </a:r>
          </a:p>
          <a:p>
            <a:pPr>
              <a:defRPr sz="1300">
                <a:solidFill>
                  <a:srgbClr val="FFFFFF"/>
                </a:solidFill>
                <a:latin typeface="IBM Plex Mono"/>
              </a:defRPr>
            </a:pPr>
            <a:r>
              <a:t>Central de ajuda Instagram: https://help.instagram.com/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76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NOMEAÇÃO E LOCALIZAÇÃO DOS ARQUIVOS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Intro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Instagram - Gabi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Facebook - RAFA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Whatsapp - RAFA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Meta Ads - ALEC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Google Ads - ALEC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Youtube - VI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Streaming (Prime Video, Globoplay e Netflix) - ZANCO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Uber - VI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Ifood - VI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X (ex-Twitter) - Luquinhas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Tik Tok - Luquinhas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LinkedIn - LU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QR Code - LU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OOH - LU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E3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none" tIns="91440" bIns="91440">
            <a:spAutoFit/>
          </a:bodyPr>
          <a:lstStyle/>
          <a:p>
            <a:pPr>
              <a:defRPr sz="1000" b="1">
                <a:solidFill>
                  <a:srgbClr val="E61C00"/>
                </a:solidFill>
                <a:latin typeface="IBM Plex Mono"/>
              </a:defRPr>
            </a:pPr>
            <a:r>
              <a:t>LÁPIS RAЯO  |  PÁGINA 78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698480" cy="18288"/>
          </a:xfrm>
          <a:prstGeom prst="rect">
            <a:avLst/>
          </a:prstGeom>
          <a:solidFill>
            <a:srgbClr val="E6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200" b="1">
                <a:solidFill>
                  <a:srgbClr val="222222"/>
                </a:solidFill>
                <a:latin typeface="IBM Plex Mono"/>
              </a:defRPr>
            </a:pPr>
            <a:r>
              <a:t>■ JPEG, PNG, MOV OU MP4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Se for apenas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1 tela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Story/REELS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Retrato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Quadrado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(apenas na</a:t>
            </a:r>
          </a:p>
          <a:p>
            <a:pPr>
              <a:defRPr sz="1300">
                <a:solidFill>
                  <a:srgbClr val="222222"/>
                </a:solidFill>
                <a:latin typeface="IBM Plex Sans"/>
              </a:defRPr>
            </a:pPr>
            <a:r>
              <a:t>mídia)</a:t>
            </a:r>
          </a:p>
          <a:p>
            <a:pPr>
              <a:defRPr sz="1300">
                <a:solidFill>
                  <a:srgbClr val="E61C00"/>
                </a:solidFill>
                <a:latin typeface="IBM Plex Mono"/>
              </a:defRPr>
            </a:pPr>
            <a:r>
              <a:t>1:1 4:5 9:16</a:t>
            </a:r>
          </a:p>
          <a:p>
            <a:pPr>
              <a:defRPr sz="1300">
                <a:solidFill>
                  <a:srgbClr val="222222"/>
                </a:solidFill>
                <a:latin typeface="IBM Plex Mono"/>
              </a:defRPr>
            </a:pPr>
            <a:r>
              <a:t>1080x1080 1080x1350 1080x1920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